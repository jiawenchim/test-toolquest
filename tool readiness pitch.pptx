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 the Upstream Blind Spot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to Extend Tool Readiness Tracking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Facility &amp; Pre-Hookup Dependencies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1828800" cy="36576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PPP Cycle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8F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Can Measure the Bleeding — But Not the Wound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00" cy="64008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19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Ready for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In-Service 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outcome — but only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371600"/>
            <a:ext cx="3657600" cy="64008"/>
          </a:xfrm>
          <a:prstGeom prst="rect">
            <a:avLst/>
          </a:prstGeom>
          <a:solidFill>
            <a:srgbClr val="DC4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91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HAVE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12080" y="2286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pre-hookup progress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Gas-line &amp; utility readiness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package delivery status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 sign-off 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completion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42336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leadership asks "why are we missing target?" — we cannot answer.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Missed Readiness Date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delayed tool — reconstructed after the fact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solidFill>
            <a:srgbClr val="DC4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Mod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wks late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554480"/>
            <a:ext cx="1645920" cy="365760"/>
          </a:xfrm>
          <a:prstGeom prst="rect">
            <a:avLst/>
          </a:prstGeom>
          <a:solidFill>
            <a:srgbClr val="DC4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Hookup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wks late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554480"/>
            <a:ext cx="1371600" cy="365760"/>
          </a:xfrm>
          <a:prstGeom prst="rect">
            <a:avLst/>
          </a:prstGeom>
          <a:solidFill>
            <a:srgbClr val="E8B9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Pkg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554480"/>
            <a:ext cx="1371600" cy="365760"/>
          </a:xfrm>
          <a:prstGeom prst="rect">
            <a:avLst/>
          </a:prstGeom>
          <a:solidFill>
            <a:srgbClr val="22A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554480"/>
            <a:ext cx="1645920" cy="365760"/>
          </a:xfrm>
          <a:prstGeom prst="rect">
            <a:avLst/>
          </a:prstGeom>
          <a:solidFill>
            <a:srgbClr val="22A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&amp; 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6 wks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468880"/>
            <a:ext cx="64008" cy="1005840"/>
          </a:xfrm>
          <a:prstGeom prst="rect">
            <a:avLst/>
          </a:prstGeom>
          <a:solidFill>
            <a:srgbClr val="DC4A4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FOUND 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tool move-in. Crew arrived to discover facility mods incomplete, gas lines not started, vendor documentation missing. Scrambled to investigate — 2-week manual post-mortem.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657600"/>
            <a:ext cx="64008" cy="100584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COULD HAVE KNOWN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before move-in. With upstream tracking, facility delay flagged automatically. Escalation triggered. Two of three issues recovered before tool arrival. Readiness met.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THESE TWO ROWS IS THE ENTIRE VALUE OF THIS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Not a New Idea — Leaders Are Already Investing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2560320" cy="64008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Deloitte ELM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control tower tracking thousands of equipment components from supplier to fab, flagging delays in real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Lifecycle Mgmt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2344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234440"/>
            <a:ext cx="2560320" cy="64008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Bechtel + Intel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architecture on Intel's Ohio fab for real-time synchronization across all construction systems. Projecting up to 40% schedule gains.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Visibility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34440"/>
            <a:ext cx="2560320" cy="64008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TSMC + NVIDIA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new fabs to proactively identify equipment collisions, system interdependencies, and KPI impacts before build.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Dependency Mgmt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256032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ABM-WGNSTAR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facility-tool readiness model eliminating handoff delays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840480"/>
            <a:ext cx="256032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Oil &amp; Gas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 readiness checks standard for capital projects since 2000s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840480"/>
            <a:ext cx="256032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Bosch / Intel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for fab operations, renovation planning without disruption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 What We Have Into the Upstream Blind Spot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Each delivers standalone value. Phase 1 is the ask.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960120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F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Dependency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Pre-hookup progress by component  |  Facility readiness milestones  |  Stoplight view per tool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06040"/>
            <a:ext cx="64008" cy="960120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0A8F9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Workflows &amp;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sign-offs with timestamps  |  Missed-timeline alerts  |  Accountability trail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49040"/>
            <a:ext cx="64008" cy="960120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0A8F9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Root Cause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from readiness %  |  Delay root cause categories  |  Predictive risk scoring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2026+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36008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4572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alone turns the readiness KPI from a rearview mirror into a windshield.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Reactive Post-Mortems to Proactive Recovery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3749040" cy="457200"/>
          </a:xfrm>
          <a:prstGeom prst="rect">
            <a:avLst/>
          </a:prstGeom>
          <a:solidFill>
            <a:srgbClr val="DC4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274320" cy="274320"/>
          </a:xfrm>
          <a:prstGeom prst="ellipse">
            <a:avLst/>
          </a:prstGeom>
          <a:solidFill>
            <a:srgbClr val="DC4A4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number drops below target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274320" cy="274320"/>
          </a:xfrm>
          <a:prstGeom prst="ellipse">
            <a:avLst/>
          </a:prstGeom>
          <a:solidFill>
            <a:srgbClr val="DC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asks: "Why?"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2880360"/>
            <a:ext cx="274320" cy="274320"/>
          </a:xfrm>
          <a:prstGeom prst="ellipse">
            <a:avLst/>
          </a:prstGeom>
          <a:solidFill>
            <a:srgbClr val="DC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investigation — chasing emails, calling sites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383280"/>
            <a:ext cx="274320" cy="274320"/>
          </a:xfrm>
          <a:prstGeom prst="ellipse">
            <a:avLst/>
          </a:prstGeom>
          <a:solidFill>
            <a:srgbClr val="DC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post-mortem produces findings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886200"/>
            <a:ext cx="274320" cy="274320"/>
          </a:xfrm>
          <a:prstGeom prst="ellipse">
            <a:avLst/>
          </a:prstGeom>
          <a:solidFill>
            <a:srgbClr val="DC4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arrive too late to affect the next cycle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23444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234440"/>
            <a:ext cx="3749040" cy="45720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UPSTREAM TRACKING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1874520"/>
            <a:ext cx="274320" cy="2743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flags 3 tools at risk — 6 weeks early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377440"/>
            <a:ext cx="274320" cy="2743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pre-hookup behind on 2 tools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0" y="2880360"/>
            <a:ext cx="274320" cy="2743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to facility &amp; vendor teams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3383280"/>
            <a:ext cx="274320" cy="2743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recovered before move-in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3886200"/>
            <a:ext cx="274320" cy="2743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data feeds next cycle improvements</a:t>
            </a:r>
            <a:endParaRPr lang="en-US" sz="11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5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difference: problems found at move-in vs. problems prevented 6 weeks before.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KPIs &amp; Measurable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64008" cy="1554480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On-Time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108960" y="1581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F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→ Y%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 — baseline in Phase 1, improve in Phase 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64008" cy="1554480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Time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Detect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22376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from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223760" y="1581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F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Move-in → 6 wks early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early we identify at-risk tools upstream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30175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17520"/>
            <a:ext cx="64008" cy="1554480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10896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108960" y="3364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F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delay drivers by type within 24 hours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54880" y="30175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17520"/>
            <a:ext cx="64008" cy="1554480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 Capital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22376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223760" y="3364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F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TBD per tool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02920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value of each day saved on floor idle time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Exact baseline targets to be established in Phase 1 pilot. Insert your current readiness % here.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Pilot — Bounded, Low-Risk, High-Signal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874520" cy="2286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1874520" cy="54864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Pre-hookup dependency tracking for one tool type at one site for one quarter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1371600"/>
            <a:ext cx="1874520" cy="2286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0" y="1371600"/>
            <a:ext cx="1874520" cy="54864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26080" y="2423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project lead (full-time)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architect (part-time)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team cooperation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1371600"/>
            <a:ext cx="1874520" cy="2286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Shape 12"/>
          <p:cNvSpPr/>
          <p:nvPr/>
        </p:nvSpPr>
        <p:spPr>
          <a:xfrm>
            <a:off x="4846320" y="1371600"/>
            <a:ext cx="1874520" cy="54864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0" y="2423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to deliver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infrastructure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run pilot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49440" y="1371600"/>
            <a:ext cx="1874520" cy="2286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Shape 16"/>
          <p:cNvSpPr/>
          <p:nvPr/>
        </p:nvSpPr>
        <p:spPr>
          <a:xfrm>
            <a:off x="6949440" y="1371600"/>
            <a:ext cx="1874520" cy="54864"/>
          </a:xfrm>
          <a:prstGeom prst="rect">
            <a:avLst/>
          </a:prstGeom>
          <a:solidFill>
            <a:srgbClr val="0A8F9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45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B5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32320" y="2423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 did upstream visibility improve on-time readiness for pilot tools?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already invested in measuring the outcome.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we need to measure the inputs.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8F9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Dependency Chain — From PO to In-Service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68680" cy="73152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1371600"/>
            <a:ext cx="868680" cy="73152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Pkg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1371600"/>
            <a:ext cx="868680" cy="73152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868680" cy="73152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06240" y="1371600"/>
            <a:ext cx="868680" cy="73152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1371600"/>
            <a:ext cx="86868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86868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Hook-Up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Install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0372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86600" y="1371600"/>
            <a:ext cx="86868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1371600"/>
            <a:ext cx="868680" cy="731520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371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286000"/>
            <a:ext cx="4800600" cy="411480"/>
          </a:xfrm>
          <a:prstGeom prst="rect">
            <a:avLst/>
          </a:prstGeom>
          <a:solidFill>
            <a:srgbClr val="DC4A4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2860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TRACKS THIS — THE BLIND SPOT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40880" y="2286000"/>
            <a:ext cx="1691640" cy="411480"/>
          </a:xfrm>
          <a:prstGeom prst="rect">
            <a:avLst/>
          </a:prstGeom>
          <a:solidFill>
            <a:srgbClr val="0A8F96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TODAY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zone represents all upstream dependencies that must complete before your team touches the tool — and currently have zero systematic tracking. The project proposes to close this gap, starting with facility pre-hookup and expanding to the full upstream chain.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This System Will Answer: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facility mod on track for Tool X's move-in date?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are at risk of missing readiness this quarter?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delays originate from facilities vs. vendors vs. internal?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focus resources to recover the most tools?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Readiness Engine – Executive Briefing</dc:title>
  <dc:subject>PptxGenJS Presentation</dc:subject>
  <dc:creator>Tool Readiness Program</dc:creator>
  <cp:lastModifiedBy>Tool Readiness Program</cp:lastModifiedBy>
  <cp:revision>1</cp:revision>
  <dcterms:created xsi:type="dcterms:W3CDTF">2026-03-10T13:01:42Z</dcterms:created>
  <dcterms:modified xsi:type="dcterms:W3CDTF">2026-03-10T13:01:42Z</dcterms:modified>
</cp:coreProperties>
</file>
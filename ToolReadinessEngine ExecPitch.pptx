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41C4A"/>
          </a:solidFill>
          <a:ln w="12700">
            <a:solidFill>
              <a:srgbClr val="141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Readiness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6517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Outcome Measurement to Upstream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246120"/>
            <a:ext cx="4754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29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Tool Installation &amp; Qualification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Cycle: 2026_Apr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efficiency gain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by industry peers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560320" cy="1371600"/>
          </a:xfrm>
          <a:prstGeom prst="rect">
            <a:avLst/>
          </a:prstGeom>
          <a:solidFill>
            <a:srgbClr val="1E276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217920" y="3520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fabs coming online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(SEMI)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KPI — BUT NOT 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Tool Readiness is a downstream metric driven by upstream fragmentation we cannot see.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57276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642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Delays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788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hook-up slips, vendors miss milestones, customs clears late — we only find out when the tool fails to go in-service.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10128" y="141732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0128" y="141732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15968" y="157276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6642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Gap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47288" y="2788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murky. Downstream teams absorb the impact of upstream failures with no data to trace or escalate it.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00216" y="141732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0216" y="141732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06056" y="1572768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166420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7376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by Design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37376" y="2788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upstream signals, every intervention comes too late. We're managing consequences, not preventing them.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delay that surfaces in our KPI began as a silent upstream dependency failure.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BUILT THE FOUNDATION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today measures in-service readiness — and has exposed exactly what is missing.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3383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Prototype Does Today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0299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9933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in-service on-time readiness rate across tools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6517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6151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tools at risk of missing target date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735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KPI trend data by period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9534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" y="38587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— not a concept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0" y="1417320"/>
            <a:ext cx="4251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572000" y="1417320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709160" y="15361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We're Missing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2148840"/>
            <a:ext cx="658368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663440" y="214884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Hook-Up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321808" y="2496312"/>
            <a:ext cx="91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13248" y="2148840"/>
            <a:ext cx="658368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13248" y="214884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071616" y="2496312"/>
            <a:ext cx="91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63056" y="2148840"/>
            <a:ext cx="658368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163056" y="214884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821424" y="2496312"/>
            <a:ext cx="91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912864" y="2148840"/>
            <a:ext cx="658368" cy="7772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912864" y="214884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571232" y="2496312"/>
            <a:ext cx="91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662672" y="2148840"/>
            <a:ext cx="658368" cy="777240"/>
          </a:xfrm>
          <a:prstGeom prst="rect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662672" y="214884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66344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visibility here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72400" y="3017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 measure this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663440" y="342900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 proved the model works — and pinpointed exactly where the data chain breaks.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didn't reveal a problem — it revealed the solution's next requirement.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ANALOGOUS INDUSTRY SOLVED THIS EXACT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new challenge. Oil &amp; Gas, Aerospace, and leading Semiconductor constructors built dependency-aware readiness systems — and quantified the gains.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09728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636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Hook-Up &amp; Commissioning (HUC)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84708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 Solutions' MIPS toolbox and Aquaterra's CMS gate every dependency — mechanical completion → pre-commissioning → commissioning → handover. Nothing proceeds without upstream sign-off.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2679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Full traceability from sub-component to first oil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636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Bechtel / Intel Ohio Fab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184708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Bechtel built a digital integration framework connecting construction, hook-up, and operations data for Intel's new fab. Digital data transparency from MEP scope through tool install.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2679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Up to 40% schedule efficiency gains cited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08960"/>
            <a:ext cx="109728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Operations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4198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+ NVIDIA Digital Twin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" y="363016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is building a real-time digital twin of fab infrastructure — synchronizing physical build state with a digital model so every utility, room, and tool bay status is in one system.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" y="4462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Construction-to-operations data continuity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10896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198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GE90 Engine Platform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63016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integrated 300 aircraft engines into one digital platform in 2017 — historical and real-time data for predicting failure and optimizing readiness. Dependency tracking at component level.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4462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Predictive readiness, not reactive firefighting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681728"/>
            <a:ext cx="850392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681728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pioneering the unknown — we are bringing proven industry practice into our fab.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KPI MEASUREMENT TO KPI CONTROL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02336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32004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surfaces when tool fails to go in-service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unclear — facilities? vendor? customs?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32004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606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team absorbs blame for upstream failures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27832"/>
            <a:ext cx="32004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escalation — intervention too late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22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explained with anecdotes, not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7408" y="2560320"/>
            <a:ext cx="320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2423160"/>
            <a:ext cx="320040" cy="3200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800600" y="822960"/>
            <a:ext cx="40233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0600" y="82296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822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 READINESS ENGINE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937760" y="1444752"/>
            <a:ext cx="3200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49240" y="14173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visible 4–6 weeks before it hits the KPI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937760" y="2039112"/>
            <a:ext cx="3200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49240" y="2011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broken down by vendor, facility, tool type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937760" y="2633472"/>
            <a:ext cx="3200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349240" y="2606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workflows distribute accountability upstream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937760" y="3227832"/>
            <a:ext cx="3200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3776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349240" y="3200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resource deployment — intervene early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937760" y="3822192"/>
            <a:ext cx="3200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37760" y="3822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349240" y="3794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narrative for every KPI conversation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ASK — THREE THINGS TO EXTEND WHAT WORKS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for a new project. We are asking for what we need to make the prototype tell the full 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4630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upstream data streams — facilities pre-hook-up status, vendor milestone completion, site assessment sign-offs. The data exists in silos. We need it in one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62272"/>
            <a:ext cx="246888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Facilities + Procurement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3258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3258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4528" y="14630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55848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Resources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55848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process engineers from facilities and engineering embedded in the project team to define what 'hook-up progress' actually looks like as structured, trackable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55848" y="4462272"/>
            <a:ext cx="246888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60–90 days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17336" y="132588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3258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23176" y="14630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54496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54496" y="2697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visible backing to gain cross-functional cooperation from facilities, procurement, and vendor management. Without it, those teams have no mandate to contribute.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54496" y="4462272"/>
            <a:ext cx="246888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4462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Steering committee seat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KPIs for success are yours to define — because you own the number we're helping you move.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we can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 KPI.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4297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402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this, we can help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move it.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3611880"/>
            <a:ext cx="4297680" cy="1188720"/>
          </a:xfrm>
          <a:prstGeom prst="rect">
            <a:avLst/>
          </a:prstGeom>
          <a:solidFill>
            <a:srgbClr val="141C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working session to co-define the upstream KPIs — because you are the right person to define what 'hook-up readiness' means as a measurable milestone.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12080" y="1143000"/>
            <a:ext cx="3657600" cy="10058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1234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fabs coming online 2025–26 (SEMI)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331720"/>
            <a:ext cx="3657600" cy="10058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23774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equipment spend increase projected for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3520440"/>
            <a:ext cx="3657600" cy="100584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3566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efficiency gains seen by Bechtel in analogous programs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Readiness Engine – Executive Pitch</dc:title>
  <dc:subject>PptxGenJS Presentation</dc:subject>
  <dc:creator>PptxGenJS</dc:creator>
  <cp:lastModifiedBy>PptxGenJS</cp:lastModifiedBy>
  <cp:revision>1</cp:revision>
  <dcterms:created xsi:type="dcterms:W3CDTF">2026-03-10T09:16:38Z</dcterms:created>
  <dcterms:modified xsi:type="dcterms:W3CDTF">2026-03-10T09:16:38Z</dcterms:modified>
</cp:coreProperties>
</file>